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100 分钟。时间：Do Now 0:00–0:05；核心思想 0:05–0:07；Block 1 指数 0:07–0:20；Block 2 展开和因式分解 0:20–0:35；Block 3 分式 0:35–0:55；Classwork 0:55–1:15；真题演练 1:15–1:35；收尾 1:35–1:40。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发四份纸：Handout 1、Classwork 1、Practice set 1、Homework 1（下课收回 Handout、Classwork、Practice set）。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时间不够时：真题演练只做前 6 页，其余放进下节课开头。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algebraic = al-juh-BRAY-ik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factorise = FAK-tuh-rize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indices = IN-dih-seez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4a^4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x^2+2x-8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(x-3)(x-4)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(1)/(10)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数字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12 ÷ 3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，字母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6 - 2 =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乘积 12、和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通分到 10：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(6)/(10)-(5)/(10)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x^15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：把乘法当成 power of a power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漏掉中间项，写成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x^2-8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Diagnostic: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Q1、Q2 错：Block 1 的 Quick review 多花 2 分钟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错：Block 2 从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的情况讲起，再讲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≠ 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（分子减分子、分母减分母）：Block 3 的 Quick review 必须做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学生自己改错时题目留在屏幕上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factors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first one,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(3x)/(5x) = (3)/(5)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the second does not cancel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factor（乘上去的），可以约；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term（加上去的），不能约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学生说“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约掉剩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(3)/(5)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”：让他代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(4)/(6) ≠ (3)/(5)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那怎样才能约？（先 factorise，整个 bracket 相同才约）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cancel = KAN-sul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10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6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15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8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bracket 里每个 factor 都要 power，数字也要：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2^3 = 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答 2：数字没有 power（L2），这是今天最常见的失分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每题 10 秒内答出；答不出的那一条，到讲义 Quick review 页再看一遍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index = IN-deks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再除以 2：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 ÷ 2 = (1)/(4) = 12^2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：把 negative index 当成负数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2^-3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呢？（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(1)/(8)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3y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no, only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moves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只写在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上，所以只有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移到分母；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(3y)^-1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有括号，整个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都移下去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3y^-1 = (1)/(3y)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L1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1x^-2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等于什么？（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：移到分子，index 变正）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5; the bracket stops you writing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数字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(8)/(4)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；字母 index 相减，减负数等于加：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+ 2 =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2y^1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3-(-2)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算成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8y^5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(8)/(4)y^5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没约：数字也要化简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2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25^(1)/(2) =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分母是几就开几次方：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square root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8^(1)/(3)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算成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(8)/(3)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：把 power 当成乘法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27^(1)/(3)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？（3）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16^(1)/(4)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？（2）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fractional = FRAK-shuh-nul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4;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(1)/(8)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root first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先开方：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deg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3√(8)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，再平方是 4；先平方是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deg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3√(64)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，数字变大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负号只决定上下翻，分母 4 决定开几次方，分子 3 决定几次方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16^-(3)/(4)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答成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：负 index 不是负数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6a^8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3b^4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a square root halves the index;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takes the square root of the index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a^16 = (a^16)^(1)/(2) = a^8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a^8 × a^8 = a^16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数字忘了开方，写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36a^8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（L2）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a^16 = a^4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：对 index 开方而不是除以 2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(3x^2)^3 = 27x^6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3x^6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3 must be cubed too (L2)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x^6 ÷ x^-1 = x^6-(-1) = x^7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(L1)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27x^69x^-1 = 3x^7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学生只找到一个错就停：屏幕上写了 2 个，让他继续找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第二个错要说清楚“减负数”：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6-(-1)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Sam 中间那步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(3)/(9) = 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对吗？（对，只是用了错的 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2a^14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4m^5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x^33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16a^128a^-2 = 2a^12-(-2)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deg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3√(64)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15 ÷ 3 = 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先化简括号：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9x^-6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；再 power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9^-(1)/(2) = 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x^-6 × (-(1)/(2)) = x^3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2a^10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12-2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先化简括号里面，数字小很多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any two; the answer is the same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乘法交换律，先乘哪两个都可以；挑数字小的两个更快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-x + 2x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合并成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-3x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：符号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cubic = KYOO-bik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x^3 + 4x^2 + x - 6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six: three terms times two terms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数乘积个数再合并；检查：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时原式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× 0 × 4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，结果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+ 4 + 1 - 6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只有 4 或 5 个乘积就合并：漏项（L3）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a^2-b^2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it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two middle products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 + 3x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are missing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(x+3)^2 = x^2 + 6x + 9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 ≠ 10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(2x-5)^2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的中间项：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 × 2x × (-5) = -20x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第二个公式反过来用就是 difference of two squares，马上要用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take out the HCF 2: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2(x^2-4) = 2(x-2)(x+2)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第一步永远是 HCF；括号里剩两项，都是平方，用 difference of two squares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直接写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(√(2)x-√(8))()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：没先提 HCF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2(x^2-4)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：没有 factorise completely（L4）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6;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2ab - 3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数字取最大公因数 6；每个字母取最低次方：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检查：展开回去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6a^2b × 2ab = 12a^3b^2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或漏掉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：不完全（L4）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12;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12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12 × (-2) = -24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12 + (-2) = 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；其他两组和是 2 和 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= -8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而不是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-24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找数：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≠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时这是最常见的错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coefficient = koh-uh-FISH-unt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4;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matching bracket is the common factor you take out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3x(x+4) - 2(x+4)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是两项的 common factor，提出来剩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- 2)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时括号里每个符号都变：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-2x - 8 = -2(x+4)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-2(x-4)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：负数提出来符号没变（L5）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括号不一样，说明拆分或提公因数错了，回头检查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+ 5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3x(x-2)(x+2)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no: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a difference of two squares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提完 HCF 后再看括号：两项且都是平方，还能分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题目写 “Factorise completely” 就要检查每个括号（L4）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4x^2-25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(4x-25)(4x+25)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(2x-25)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：数字也要开方（L2）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-8x - 20 = -4(2x + 5)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-4(2x - 5)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then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(2x+5)(3x-4)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(L5)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x^2-9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factorises again: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5x(x-3)(x+3)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(L4)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3x(2x+5) - 4(2x+5) = (2x+5)(3x-4)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5x(x-3)(x+3)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Sam 的结论“不能分解”是错的推理推出来的：括号不一样时应该先查符号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展开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-4(2x - 5)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得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-8x + 20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，和原来的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对不上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2x^3 - x^2 - 13x - 6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2(2x-3)(2x+3)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(x-3)(5x+2)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(x^2-x-6)(2x+1) = 2x^3 + x^2 - 2x^2 - x - 12x - 6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2(4x^2-9)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，再用 difference of two squares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-30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2；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5x(x-3) + 2(x-3)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数 6 个乘积（L3）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2(4x^2-9)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(2)/(3)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(2)/(3)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(1)/(12)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翻转第二个再乘：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(5)/(6)×(3)/(10)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lowest common denominator 是 12，不是 24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用 24 也对，但最后要约分；代数分式里用“乘起来”的分母会让化简很难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denominator = dih-NOM-ih-nay-ter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x-3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cancels;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a term, not a factor of the whole top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分子提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，分母 difference of two squares；约掉相同的整个 bracket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约掉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得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(3x)/(-9) = -(x)/(3)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（L6）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numerator = NOO-muh-ray-ter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2x+1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(x+3)/(2x+1)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difference of two squares: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(2x)^2 - 1^2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分子：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-6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，6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2x^2 + 6x - x - 3 = 2x(x+3) - 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分子分母都分解后才看哪个 bracket 一样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答案停在没约的形式：要求 simplified fraction（L8）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2x(x-2)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flip the second fraction and multiply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翻转后：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约掉，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6x^23x = 2x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两个都翻转，或翻转第一个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2x^2-4x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也对；factorised 形式更好检查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x+1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factor its own denominator is missing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common denominator 是每个不同 factor 各一次：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(x+1)(x-4)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最后检查分子能不能提公因数：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5(x-2)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分子分母分别相加：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(5)/(2x-3)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6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+6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先把第二个乘积展开放进括号，再整体变号：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-x^2 - x + 6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最后：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3(x^2+x+2)(x-2)(x+1)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只变第一项的符号：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-x^2 + x - 6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-(x^2+2x-3) = -x^2 - 2x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Sam changed only the first sign (L7)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terms are not factors and cannot cancel (L6)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2x^2-4x-x^2-2x+3(x+3)(x-2) = x^2-6x+3(x+3)(x-2)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Sam 第一行是对的：先肯定，再找后面的错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正确答案分子不能分解，所以已经是最简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(x-2)/(3)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(x+5)/((x-3)(x+3))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(x+2)/(2x)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((x-2)(x-3))/(3(x-3))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x^2-9 = (x-3)(x+3)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已经包含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(2(x+3) - (x+1))/((x-3)(x+3))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(3(x-2)(x+2))/((x+3)(x-2)) × (x+3)/(6x)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(x-3)(x^2-9)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作分母：能做但后面约分很难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-(x+1)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括号（L7）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9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it becomes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-4(x-2)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which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-4x + 8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两边每一项都乘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，右边 0 还是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(28)/(7) - 4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 + 1 - 4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没乘（L9）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equation = ih-KWAY-zhun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x(x+1)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no: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-(2)/(3)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and only 0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would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10x + 6 = 3x^2 + 3x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，移项成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再分解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 + 1 =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右边的 3 也要乘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x(x+1)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（L9）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只写一个解：二次方程两个都要写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factorise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out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两个含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的项放一边，提出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，再除：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(y+3)/(y-2)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(y+3+2x)/(y)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还在右边（L10）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(2k+4)/(3k-1)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- 1 - (x+3)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x(x-1)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 - 3(x-1) = x(x-1)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x^2 - 2x - 3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3ak - 2k = a + 4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a(3k-1) = 2k + 4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后要括号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两个解都检查：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 + 3 = 1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classwork1_answers.pdf（同版面，红色答案）。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5x^72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5p^3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3xy(3x-2y)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(x-3)(2x+5)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(x-4)/(x-2)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B1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(2)/(x)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(1+2m)/(3-m)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(x+1)^3 - (x-1)^3 = 6x^2 + 2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，所以是 6 的倍数加 2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Extension：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学生做的时候不要讲；收卷后先看 Part C 的推理写法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27y^5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2y^9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81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81y^43y^-1 = 27y^4-(-1)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expression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deg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3√(8)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27 ÷ 3 =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27y^3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（L1）或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(3y)^4 = 3y^4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expression = ik-SPRESH-un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7y^18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√(49)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36 ÷ 2 = 18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response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7y^6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：对 index 开方（L2）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rad>
                    <m:r>
                      <a:rPr lang="en-US" sz="1600" i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3x^2√(y) (2x√(y) - 5)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(2x-3)/(x-3)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√(y)×√(y)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，所以两项都有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rad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3x^2(2xy - 5√(y))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只算 u，完整的才是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((2x-3)(3x+4))/((3x+4)(x-3))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没看见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√(y)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也是公因数（L4）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分子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-72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8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(x-4)/(4)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((x-4)(x+3))/(4(x+3))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simplified fraction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停在没约的形式（L8）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约成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(x-4)/(4)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里的 4 不能约（L6）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4x^2+17x-12(x-3)(x+2)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(5x(x+2) - (x-3)(x-4))/((x-3)(x+2))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：写对这一行是 u，得到正确分式是 r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5x^2 + 10x - (x^2 - 7x + 12)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-(x^2 - 7x + 12)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每一项变号（L7）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分子不能分解，所以已经最简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-15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- 3 = 3(x+4)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- 3 = 3x + 12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solution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（L9）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Question Three 的题干，先读题，不答题。下面三页是 (a)(b)(c)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让学生说出 cube 的体积和表面积是怎么来的：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× p × p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，6 个面各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cuboid = KYOO-boyd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p^3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2p × (p)/(2) × p = p^3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answer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要写出乘法过程（Using algebra）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p^3 - 2p^2 - 23p + 60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(p-4)(p+5) = p^2 + p - 20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(p-3)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simplified expression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6 个乘积：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p^3 - 3p^2 + p^2 - 3p - 20p + 60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(c) only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no: the cuboid never has the same volume unless nothing changes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p(p+a)(p-a) = p^3 - pa^2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；令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p^3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pa^2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；因为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评分：列到两个体积相等是 u；有理由的结论是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“no” 没有代数过程：没有分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结论要用题目的语言说：cuboid 和 cube 体积一样只能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0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讲义上有完整的 L1–L10；这里是今天最常见的 6 个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让学生对照自己 Classwork 和 Practice set 的错，说出是哪一个 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让学生用自己的话说一遍第一条，再看作业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作业是一份三题的小卷子，每题按 u、r、t 给 N0–E8；答案在 hw1_answers.pdf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最后一部分 (e) 是 Excellence 题，先做完 (a)–(d) 再做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下节课开头 5 分钟对答案，按 L 编号说错在哪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