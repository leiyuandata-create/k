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Teaching line, not a question slide.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100 分钟。时间：对作业 0:00–0:05；Do Now 0:05–0:10；核心思想 0:10–0:12；Block 1 证明 0:12–0:30；Block 2 联立 0:30–0:45；Block 3 根式方程 0:45–0:53；Block 4 建模 0:53–1:00；Classwork 1:00–1:15；真题演练 1:15–1:37；收尾 1:37–1:40。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发四份纸：Handout 4、Classwork 4、Practice set 4、Homework 4。另外发 Mock exam（2023 整套，学生第一次见），约定下次限时 60 分钟做。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今天的真题有 11 页，全是 Merit 和 Excellence 题：时间不够就先做 2022 的日历题和 2021 的 (d)。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Say it: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excellence = EK-suh-lunce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algebraic = al-juh-BRAY-ik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discriminant = dis-KRIM-ih-nunt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Q1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= 5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or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= -4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Q2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-11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Q3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2x^2 + 5x - 3 = 0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Q4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81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= 81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Q5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(x+2)/(x+3)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Q2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9 - 20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：没有实根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Q3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(2x - 1)(x + 3)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Q5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en-US" sz="1600" i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en-US" sz="1600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num>
                      <m:den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en-US" sz="1600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en-US" sz="1600" i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den>
                    </m:f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((x-2)(x+2))/((x+3)(x-2))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Q3 符号（L17）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Diagnostic: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Q1–Q3 错：Lesson 3 不稳，今天 Block 2 用判别式时多停一下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Q4 错：Lesson 2 的 log form，作业前复习讲义 2 第 1 页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Q5 错：Lesson 1 的分式，模考前一定要再练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Q no: two examples cannot cover every case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证明要用字母代表“任意一个”：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n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、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n+1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、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n+2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学生觉得试很多个就够了：问“试了一百万个，第一百万零一个呢？”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Say it: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consecutive = kun-SEK-yoo-tiv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Gap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2n + 1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;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n + 2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with one letter both odd numbers are the same number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2n + 1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和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2n + 1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是同一个数；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2n + 1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和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2n + 3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是相邻的两个奇数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把奇数写成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n + 1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：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n = 2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时是 3，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n = 3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时是 4（L24）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Gap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n + 1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3(n+1)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is 3 times a whole number, so the sum is always a multiple of 3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提出公因式 3，说明括号里是整数，再写结论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停在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3n + 3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：没有说明为什么是 3 的倍数（L24）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Gap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8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8n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they cancel, leaving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8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8n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: always a multiple of 8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第二个括号整体变号：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-4n^2 + 4n - 1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n</m:t>
                            </m:r>
                            <m:r>
                              <m:rPr>
                                <m:sty m:val="p"/>
                              </m:rPr>
                              <a:rPr lang="en-US" sz="1600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(2n + 1)^2 = 4n^2 + 1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：漏了中间项（L22）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减号没有乘进整个括号（L7）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Q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n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,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n + 2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,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n + 14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,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n + 16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往右一格加 1，往下一格加 7；右下角是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n + 2 + 14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往下写成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n + 3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：把方格当成 3 列一行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Ask: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正中间是什么？（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n + 8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）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Gap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2n + 16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; 28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no: they always differ by 28, and 28 is never 0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和永远相等；积永远差 28，所以永远不相等 (t)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只算出两个式子不写结论：E 要 complete reasoning with conclusion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这一页就是今天真题 2022 日历题的方法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Say it: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diagonal = dy-AG-uh-nul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1. examples are not a proof: they cover only those numbers (L24)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2. one letter makes the two odd numbers equal: use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2m + 1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and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2n + 1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(L24)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(2m + 1) + (2n + 1) = 2m + 2n + 2 = 2(m + n + 1)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, so the sum is always even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Sam 的结论是对的，但推理不能得分：学生要学会给推理打分，不只是看结论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Q1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n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n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2n(2n + 2) = 4n(n + 1)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;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n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n(n + 1)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is even, so it is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8 ×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a whole number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Q2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n</m:t>
                            </m:r>
                            <m:r>
                              <m:rPr>
                                <m:sty m:val="p"/>
                              </m:rPr>
                              <a:rPr lang="en-US" sz="1600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(n + 1)^2 - n^2 = 2n + 1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, which is odd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Q3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n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(n + 1)(n + 7) - n(n + 8) = 7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Q1 两个相邻整数中有一个是偶数，所以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n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n(n+1)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是偶数 (t)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Q2 (r)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Q3 四个角：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n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、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n + 1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、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n + 7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、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n + 8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(r)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Q1 停在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n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4n(n + 1)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：只证明了是 4 的倍数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Q no: co-ordinates need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y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too: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(0, -3)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and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(4, 5)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每个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代回直线（更简单）求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y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只写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：题目问 points（L25）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Say it: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intersection = in-ter-SEK-shun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Gap 0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once: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b^2 - 4ac = 0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, so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k^2 = 12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and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k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±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k = ± 2√(3)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代入后得到关于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的二次方程；相切 = 一个解 = 判别式 0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只给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k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k = 2√(3)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（两条切线）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Say it: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tangent = TAN-junt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Q reject it: no real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; the points are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(2, 3)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and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(-2, 3)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用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y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x^2 = y + 1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代入，消去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，比代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y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更简单</a:t>
            </a:r>
            <a:endParaRPr lang="zh-CN" sz="1600"/>
          </a:p>
          <a:p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y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y = 3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：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x^2 = 4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，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±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= ± 2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(t)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只写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= 2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（L25）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这是 2021 年 (d) 的方法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1.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x^2 = 4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gives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= 2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and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= -2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: the second point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(-2, 0)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is missing (L25)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2. two meeting points, so it is not a tangent: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x^2 - 4 = 0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has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b^2 - 4ac = 16 &gt; 0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(L20)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(2, 4)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and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(-2, 0)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第二个错是第一个错带出来的：先找全部解，再下结论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Q1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14</m:t>
                        </m:r>
                      </m:e>
                    </m: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(4, 14)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and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(-2, -4)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Q2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c = 4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Q3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(4, 3)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only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Q1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x^2 - 2x - 8 = 0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(u)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Q2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c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x^2 - 2x + (5 - c) = 0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，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c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4 - 4(5 - c) = 0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(r)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Q3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en-US" sz="1600" i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x^2 - (x - 1)^2 = 7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，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2x - 1 = 7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(r)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Q3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en-US" sz="1600" i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(x - 1)^2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展开（L22）；只有一个交点，不是切线也可以只交一次（直线和双曲线）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Q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ad>
                      <m:radPr>
                        <m:degHide m:val="on"/>
                      </m:radPr>
                      <m:deg/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ra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√(4) = 2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but the right side is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-2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: reject;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= 3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平方会把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ad>
                      <m:radPr>
                        <m:degHide m:val="on"/>
                      </m:radPr>
                      <m:deg/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 </m:t>
                        </m:r>
                      </m:e>
                    </m:ra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√( ) = -2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和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ad>
                      <m:radPr>
                        <m:degHide m:val="on"/>
                      </m:radPr>
                      <m:deg/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 </m:t>
                        </m:r>
                      </m:e>
                    </m:ra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√( ) = 2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变成同一个方程，所以要代回检查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两个解都留下（L23）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Gap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x^2 + 4x + 4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= 2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;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= -3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gives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ad>
                      <m:radPr>
                        <m:degHide m:val="on"/>
                      </m:radPr>
                      <m:deg/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√(1) = 1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but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-3 + 2 = -1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右边整个平方，再移项成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= 0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(r)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en-US" sz="1600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(x + 2)^2 = x^2 + 4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（L22）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1.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en-US" sz="1600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(x + 3)^2 = x^2 + 6x + 9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, not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x^2 + 9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(L22)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2. neither answer was checked in the original: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= 2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gives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ad>
                      <m:radPr>
                        <m:degHide m:val="on"/>
                      </m:radPr>
                      <m:deg/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13</m:t>
                        </m:r>
                      </m:e>
                    </m:ra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√(13) ≠ 5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(L23)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2x + 9 = x^2 + 6x + 9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，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x^2 + 4x = 0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，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= 0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或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-4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检查：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= -4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时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ad>
                      <m:radPr>
                        <m:degHide m:val="on"/>
                      </m:radPr>
                      <m:deg/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√(1) = 1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，右边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-1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，舍去；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= 0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检查能抓出第一个错：这就是为什么一定要代回去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Q1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= 1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or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= 4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(both check)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Q2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= 9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Q1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x^2 - 5x + 4 = 0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；两个都满足原方程 (r)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Q2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+ 7 = x^2 - 10x + 25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，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11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x^2 - 11x + 18 = 0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，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= 9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或 2；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= 2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：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ad>
                      <m:radPr>
                        <m:degHide m:val="on"/>
                      </m:radPr>
                      <m:deg/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9</m:t>
                        </m:r>
                      </m:e>
                    </m:ra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√(9) = 3 ≠ -3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(r)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Q1 不是每次都要舍去：检查后两个都留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Q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= 7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: the garden is 7 m by 10 m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宽度不能是负数，所以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= -10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舍去，写出理由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答案只写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= 7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：题目问 size，两条边都要写（L26）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Gap 0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the width is a solution of the quadratic, so the quadratic must have real solutions: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A ≤ 100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, a 10 m square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A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越大，判别式越小；判别式等于 0 时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A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最大，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= 10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(t)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这是 2021 Q3(d)(ii) 的方法：用判别式求 “largest possible value”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Q1 5 cm by 10 cm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Q2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x^2 - 10x + 30 = 0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has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b^2 - 4ac = -20 &lt; 0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: no real side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Q1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15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x(15 - x) = 50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，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15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50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x^2 - 15x + 50 = 0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(r)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Q2 (r)；结论：所以不存在这样的长方形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Q1 两个解 5 和 10 是同一个长方形的两条边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Teaching line, not a question slide.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答案在 classwork4_answers.pdf（同版面，红色答案）。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A1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4(n + 1)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；A2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(1, -1)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、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(3, 1)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；A3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= 2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B1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k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±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k = ± 4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；B2 差 14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C：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A ≤ 36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Extension：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(3, 4)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、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(-4, -3)</a:t>
                </a:r>
              </mc:Fallback>
            </mc:AlternateContent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(d)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(√(5), 2)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,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(-√(5), 2)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,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(√(2), -1)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,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(-√(2), -1)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(d)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y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y = x^2 - 3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；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x^2 = y^2 + 1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代入：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y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y = y^2 - 2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，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(y - 2)(y + 1) = 0</a:t>
                </a:r>
              </mc:Fallback>
            </mc:AlternateContent>
            <a:endParaRPr lang="zh-CN" sz="1600"/>
          </a:p>
          <a:p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y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y = 2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：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x^2 = 5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；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y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y = -1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：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x^2 = 2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评分：展开化简第二条曲线是 u；得到一个变量的方程是 r；两个解或四个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是 T1，完整正确是 T2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只给两个点（L25）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Teaching line, not a question slide.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这是 2021 Question Three (d) 的题干（cube 边长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p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，cuboid 是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p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p - a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、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p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p + a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和 10）；下一页是 (i)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提醒学生：cube 的表面积是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6p^2</a:t>
                </a:r>
              </mc:Fallback>
            </mc:AlternateContent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(i) SA of cuboid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endChr m:val="]"/>
                        <m:sepChr m:val=""/>
                        <m:grow/>
                      </m:dPr>
                      <m:e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p</m:t>
                            </m:r>
                            <m:r>
                              <m:rPr>
                                <m:sty m:val="p"/>
                              </m:rPr>
                              <a:rPr lang="en-US" sz="1600" i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</m:d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p</m:t>
                            </m:r>
                            <m:r>
                              <m:rPr>
                                <m:sty m:val="p"/>
                              </m:rPr>
                              <a:rPr lang="en-US" sz="1600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10</m:t>
                        </m:r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p</m:t>
                            </m:r>
                            <m:r>
                              <m:rPr>
                                <m:sty m:val="p"/>
                              </m:rPr>
                              <a:rPr lang="en-US" sz="1600" i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10</m:t>
                        </m:r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p</m:t>
                            </m:r>
                            <m:r>
                              <m:rPr>
                                <m:sty m:val="p"/>
                              </m:rPr>
                              <a:rPr lang="en-US" sz="1600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40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= 2[(p - a)(p + a) + 10(p - a) + 10(p + a)] = 2p^2 - 2a^2 + 40p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; set equal to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6p^2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(i)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40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6p^2 = 2p^2 - 2a^2 + 40p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，所以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40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p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4p^2 - 40p + 2a^2 = 0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，除以 2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评分：写出并展开 cuboid 的表面积是 u；清楚推出给定方程是 r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只算了 3 个面：表面积有 6 个面，相对的面相等，所以乘 2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(ii)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a = 6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: cube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7.646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7.646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cm; cuboid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1.646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13.646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1.646 × 13.646 × 10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cm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(ii)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400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400 - 8a^2 &gt; 0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，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a^2 &lt; 50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，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7.07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a &lt; 7.07</a:t>
                </a:r>
              </mc:Fallback>
            </mc:AlternateContent>
            <a:endParaRPr lang="zh-CN" sz="1600"/>
          </a:p>
          <a:p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a = 7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：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20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p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49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2p^2 - 20p + 49 = 0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，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p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5.707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p = 5.707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或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4.293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4.293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，但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p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p - a &lt; 0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，不行</a:t>
            </a:r>
            <a:endParaRPr lang="zh-CN" sz="1600"/>
          </a:p>
          <a:p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a = 6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：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20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p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2p^2 - 20p + 36 = 0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，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p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7.646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p = 7.646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或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2.354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2.354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；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p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7.646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p = 7.646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时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p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p - a &gt; 0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评分：算判别式是 u；得到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a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的不等式是 r；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a = 7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和 5.707 是 T1；正确的两个尺寸是 T2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停在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a = 7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：没检查 context（L26）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Teaching line, not a question slide.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这是 2022 Question One (c) 的日历；原卷用橙色和蓝色标出 4-by-4 方格的对角，这里蓝色格加了斜线，黑白打印也能分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先让学生找规律：往下一格加 7，往右一格加 1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Teaching line, not a question slide.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先用上一页日历里的方格验证：橙色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42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60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18 + 42 = 60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，蓝色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39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60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21 + 39 = 60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下一页是 (i)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(i) orange: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24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A + (A + 24) = 2A + 24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; blue: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21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(A + 3) + (A + 21) = 2A + 24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: the same for every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A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(i) 左上角 A（橙色），右上角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A + 3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（蓝色），左下角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A + 21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（蓝色），右下角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A + 24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（橙色）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评分：有正确的代数但没有结论是 u；两个和比较并明确写出结论是 r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用具体数字（18、42）：不是证明（L24）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(ii)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A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24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24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A(A + 24) = A^2 + 24A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and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21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24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63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(A + 3)(A + 21) = A^2 + 24A + 63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; equal would need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63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63 = 0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, impossible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(ii) 评分：正确代数到列出相等的那一行是 r；完整正确的代数推理加结论是 t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写 “they are different” 但没有说明为什么任何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A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都不行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(d) yes: both sums are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7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2A + m + 7n - 8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(d)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m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宽、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n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高：四个角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A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、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A + (m - 1)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、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7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A + 7(n - 1)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、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7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A + (m - 1) + 7(n - 1)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评分：推理正确但角的表达式用错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m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、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n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，或代数对但没结论，是 r；完整正确加结论是 t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宽多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m - 1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，不是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m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：画一个 2-by-3 的例子检查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(c)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0.6991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= 0.6991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(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0.4768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-0.4768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fails the check)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(c)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2x + 3 = 9x^2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，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9x^2 - 2x - 3 = 0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，公式：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112</m:t>
                            </m:r>
                          </m:e>
                        </m:rad>
                      </m:num>
                      <m:den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= (2 ± √(112))/(18)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评分：得到二次方程是 u；两个解是 r（评分表把两个值都列了）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0.4768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= -0.4768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代回去：左边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1.430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1.430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，右边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1.430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-1.430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，不成立；写出检查并舍去更稳妥（L23）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(i)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= 1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or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= -1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(i)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f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g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h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h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g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f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fx^2 + gx + h = hx^2 + gx + f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，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f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f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(f - h)x^2 - (f - h) = 0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，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f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sSup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(f - h)(x^2 - 1) = 0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评分：只得到一个解是 r；两个解都正确是 t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除以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f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f - h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时要说明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f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f ≠ h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Say it: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polynomial = pol-ee-NOH-mee-ul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(ii)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k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f</m:t>
                        </m:r>
                      </m:num>
                      <m:den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h</m:t>
                        </m:r>
                      </m:den>
                    </m:f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k = (f)/(h)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(ii) 用公式：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Q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Q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的根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g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</m:radPr>
                          <m:deg/>
                          <m:e>
                            <m:sSup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g</m:t>
                                </m:r>
                              </m:e>
                              <m:sup>
                                <m:r>
                                  <a:rPr lang="en-US" sz="1600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US" sz="1600" i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f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</m:rad>
                      </m:num>
                      <m:den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f</m:t>
                        </m:r>
                      </m:den>
                    </m:f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-g ± g^2 - 4fh2f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，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*</m:t>
                        </m:r>
                      </m:sup>
                    </m:sSup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Q^*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的根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g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</m:radPr>
                          <m:deg/>
                          <m:e>
                            <m:sSup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g</m:t>
                                </m:r>
                              </m:e>
                              <m:sup>
                                <m:r>
                                  <a:rPr lang="en-US" sz="1600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US" sz="1600" i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f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</m:rad>
                      </m:num>
                      <m:den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h</m:t>
                        </m:r>
                      </m:den>
                    </m:f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-g ± g^2 - 4fh2h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，分子相同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所以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*</m:t>
                        </m:r>
                      </m:sup>
                    </m:sSup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Q^*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的根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f</m:t>
                        </m:r>
                      </m:num>
                      <m:den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h</m:t>
                        </m:r>
                      </m:den>
                    </m:f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Q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= (f)/(h) × Q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的根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评分：四个根的表达式是 u；含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k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k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的正确式子（或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k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h</m:t>
                        </m:r>
                      </m:num>
                      <m:den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f</m:t>
                        </m:r>
                      </m:den>
                    </m:f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k = (h)/(f)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）是 r；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k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f</m:t>
                        </m:r>
                      </m:num>
                      <m:den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h</m:t>
                        </m:r>
                      </m:den>
                    </m:f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k = (f)/(h)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是 t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这题是全卷最难的一题，没时间就跳过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Teaching line, not a question slide.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讲义上有 L22–L26；四节课一共 L1–L26，模考前让学生把自己最常犯的 5 个圈出来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Teaching line, not a question slide.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下一次：模考（2023 整套，60 分钟，用 formula sheet 和计算器）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Teaching line, not a question slide.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答案在 hw4_answers.pdf；模考卷是 mock.pdf，答案是 mock_answers.pdf（官方评分表）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模考：60 分钟、formula sheet、计算器；做完按评分表给每题 N0–E8，再按 cut score 估等级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