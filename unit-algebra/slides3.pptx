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100 分钟。时间：对作业 0:00–0:05；Do Now 0:05–0:10；核心思想 0:10–0:12；Block 1 解方程 0:12–0:30；Block 2 由根求方程 0:30–0:42；Block 3 判别式 0:42–1:00；Block 4 证明 1:00–1:05；Classwork 1:05–1:25；真题演练 1:25–1:35；收尾 1:35–1:40。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发四份纸：Handout 3、Classwork 3、Practice set 3、Homework 3。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真题只有 4 页，时间够就让学生在 Practice set 上完整写，按评分表批。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quadratic = kwod-RAT-ik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discriminant = dis-KRIM-ih-nunt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6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2.727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2.727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(x-5)(x+3)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4x^2 - 12x + 9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( 20)/( 3)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(2x)^2 + 2(2x)(-3) + 9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( 12)/( 3)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：减法对应分数在 log 里面（L12）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漏掉中间项：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4x^2 + 9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Diagnostic: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Q1–Q3 错：Lesson 2 没稳，作业 2 的错题下节课再看一次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Q4、Q5 错：今天 Block 1 前的 Quick review 要做足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zero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the first; in the second,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- 3 = 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does not follow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第二个先展开：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x^2 - x - 12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，再分解：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(x-4)(x+3)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学生写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- 3 = 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：乘积等于 6 时每个括号可以是任何数（L19）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Ask: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 × 3 = 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 × 6 = 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：哪个括号等于 6？（不一定）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(x+2)(x+3)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(x-3)(x+3)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(2x+1)(x+2)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3x(x-2)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ac =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：4 和 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3(x^2 - 2x)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：没有提完公因式（L4）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3;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-(5)/(2)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 + 5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gives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 = -5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每个括号单独解：移项再除以系数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：忘了除以 2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3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rearranging to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before setting brackets to zero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展开，移项成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，再分解；检查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 × 5 = 15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L19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rearrange = ree-uh-RAYNJ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+5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2.686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2.686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0.186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-0.186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把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、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、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连同符号放进括号再代入；公式在 formula sheet 上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-5^2 = -25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：没有括号（L21）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只把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33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√(33)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除以 4：整个分子都除以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2a</a:t>
                </a:r>
              </mc:Fallback>
            </mc:AlternateContent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9;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 ± √(7)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half of the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coefficient,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(x-3)^2 = x^2 - 6x + 9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，所以多出来的 9 要减掉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开方时要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±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 + √(7)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：漏掉负的那个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Exactly 表示留 surd，不要小数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 four: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±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±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和 Lesson 2 的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3^2x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一样：认出“平方的平方”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u =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u = 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就停：要换回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只写正根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1. (a) set to zero first: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 + 3x - 10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(x+5)(x-2)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so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(L19)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2. 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 = -4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so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-b = +4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 ± √(6)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(L21)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4.449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4.449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0.449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-0.449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(a) Sam 的第二个答案是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+ 3 = 10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解出来的 7：两个错误都来自没等于 0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(b) 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 + √(6)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代回去等于 0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-(1)/(4)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1.317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1.317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5.317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-5.317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±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±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11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4x^2 - 11x - 3 = (4x + 1)(x - 3)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11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-2 ± √(11)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(u - 1)(u - 9)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先移项（L19）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完全平方：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 + 2)^2 = 11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也可以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4; 3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must make the bracket zero: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4 - 4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根是让括号等于 0 的数；倒推回去符号相反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 + 4)(x - 3)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：符号反了（L17）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5x - 3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it gives whole-number coefficients straight away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用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 - (3)/(5))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也可以，但最后整个方程要乘 5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题目要 whole numbers 时留分数：只算 u（L18）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1;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the value of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so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 = 2x^2 - 8x - 10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截距给出两个括号，第三个点求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；代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 = -10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忘了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 = (x + 1)(x - 5)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：这条抛物线过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(0, -5)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，不过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(0, -10)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parabola = puh-RAB-uh-luh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1. the root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gives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(3x - 2)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and the root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gives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 + 4)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both signs reversed (L17)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2. the coefficients are not whole numbers (L18)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(3x - 2)(x + 4) = 3x^2 + 10x - 8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(2)/(3)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代进 Sam 的括号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 + (2)/(3))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不等于 0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2x^2 + 9x - 5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20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20x^2 - 7x - 6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16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 = 2x^2 - 16x + 24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 + 5)(2x - 1)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(4x - 3)(5x + 2)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 = a(x - 2)(x - 6)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24 = 12a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-(2)/(5)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(5x + 2)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（L17）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&gt;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&gt;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 ≤ -4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-4k &lt; -12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，除以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要变号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Q2、Q3 不变号：判别式求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的范围时同样的错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inequality = in-ih-KWOL-ih-tee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two; one (repeated); no real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under the square root: a negative number has no real square root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±√()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：正数给两个不同的根，0 给一个，负数没有实根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“Equal roots”、“exactly one solution”、“touches the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-axis”都是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= 0</a:t>
                </a:r>
              </mc:Fallback>
            </mc:AlternateContent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it never touches the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-axis: no real roots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&lt;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，所以没有实根；不用解方程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-4^2 = -16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没加括号（L21）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0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k^2 = 64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gives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-8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equal roots 就是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；平方根有正负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 + 8x + 16 = (x + 4)^2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8</a:t>
                </a:r>
              </mc:Fallback>
            </mc:AlternateContent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 it turns round: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4.5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 &lt; 4.5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two different real roots 是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&gt;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；除以负数变号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4.5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 &gt; 4.5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（不变号）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用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≥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：“different” 不能等于（L20）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- 3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-1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16 - 4k^2 + 12k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，除以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k^2 - 3k - 4 = (k - 4)(k + 1)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不加括号：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4k × k - 3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（L21）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这是 Lesson 1 的展开 + 今天的分解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1.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(-5)^2 = 25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not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bracket the negative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(L21)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2. no real roots needs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b^2 - 4ac &lt;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not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&gt;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(L20)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25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25 - 4k &lt;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-4k &lt; -25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6.25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&gt; 6.25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7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25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28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= 25 - 28 &lt;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，没有实根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0: one repeated root,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-(3)/(2)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&gt; 9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m =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144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144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144 - 144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 + 3)^2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36 - 4k &lt;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4m^2 - 12m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4m(m - 3)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m ≠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给出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m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：题目说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m ≠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，而且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m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时不是二次方程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4k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“so one solution is four times the other”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两个数乘积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4k^2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、和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-5k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和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-4k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也可以用公式：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= 9k^2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(5k ± 3k)/(2)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没有结论：评分表要 correct conclusion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Ask: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为什么题目说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≠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？（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时两个解都是 0）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(k)/(2)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3k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and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3k = 6 × (k)/(2)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= (k - 2)^2 ≥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for every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 - k)(x - 3k)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(k + 2)^2 - 8k = k^2 - 4k + 4 = (k - 2)^2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；平方不会是负数 (t)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只代几个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试：不是 every value（L24 下节课会讲）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答案在 classwork3_answers.pdf（同版面，红色答案）。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、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；A2 7、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；A3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0.869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0.869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、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1.535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-1.535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；A4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-12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，没有实根；A5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3x^2 + x - 2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B1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± 12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；B2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 &lt; 16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；B3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 = 2x^2 + 2x - 12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C：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= (k - 3)^2 ≥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时相等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Extension：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±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± 2</a:t>
                </a:r>
              </mc:Fallback>
            </mc:AlternateContent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3x^2 - 10x - 8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(3x + 2)(x - 4)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评分：系数不是整数、或因式形式错但展开一致，只算 u；正确方程是 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-(2)/(3)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(3x + 2)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（L17）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(c)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 - k)(x - 2k)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so the solutions are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one is twice the other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(c) 或者：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= 9k^2 - 8k^2 = k^2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(3k ± k)/(2)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评分：分解出方程或算出判别式是 u；有效过程加结论是 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最后一句结论不能省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21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 = -1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 = -2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21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(3x - 1)(7x + 2) = 21x^2 - x - 2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；评分：correct values of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-21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 =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也对（两边乘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）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(-2)/(7)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(7x + 2)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（L17）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(i) 88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 = 18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144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(-12)^2 - 4(2)(7) = 144 - 56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(-12)^2 - 4(2)(k)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8k = 144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：代入是 u，正确的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k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是 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exactly one solution 是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（L20）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讲义上有 L17–L21 的完整说明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让学生对照 Classwork 和 Practice set 的错，说出是哪一个 L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让学生说出三种判别式情况对应的图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答案在 hw3_answers.pdf；每题的 (e) 是 Excellence 题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下节课开头 5 分钟对答案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